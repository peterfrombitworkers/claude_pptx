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01/17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0">
                <a:solidFill>
                  <a:srgbClr val="EF4444"/>
                </a:solidFill>
              </a:defRPr>
            </a:pPr>
            <a:r>
              <a:rPr/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79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0">
                <a:solidFill>
                  <a:srgbClr val="4DABF7"/>
                </a:solidFill>
              </a:defRPr>
            </a:pPr>
            <a:r>
              <a:rPr/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0">
                <a:solidFill>
                  <a:srgbClr val="10B981"/>
                </a:solidFill>
              </a:defRPr>
            </a:pPr>
            <a:r>
              <a:rPr/>
              <a:t>PARADOX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02/17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0">
                <a:solidFill>
                  <a:srgbClr val="4DABF7"/>
                </a:solidFill>
              </a:defRPr>
            </a:pPr>
            <a:r>
              <a:t>Organisations want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but can't have it ¯\_(ツ)_/¯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Legal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1D5DB"/>
                </a:solidFill>
              </a:defRPr>
            </a:pPr>
            <a:r>
              <a:t>Can't send client contracts to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ATTORNEY CLIENT 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Medical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1D5DB"/>
                </a:solidFill>
              </a:defRPr>
            </a:pPr>
            <a:r>
              <a:t>Can't upload patient records to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0292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HIPAA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743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Financial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1D5DB"/>
                </a:solidFill>
              </a:defRPr>
            </a:pPr>
            <a:r>
              <a:t>Can't process loan applications through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REGULATORY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743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Engineering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1D5DB"/>
                </a:solidFill>
              </a:defRPr>
            </a:pPr>
            <a:r>
              <a:t>Can't share R&amp;D documents with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50292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TRADE SECRETS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03/17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3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04/17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4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05/17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5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06/17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6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07/17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7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08/17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8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09/17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9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10/17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10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11/17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11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12/17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12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13/17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13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14/17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14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15/17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15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16/17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16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/>
              <a:t>BRAIN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0" y="2560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 b="0">
                <a:solidFill>
                  <a:srgbClr val="A7ABAF"/>
                </a:solidFill>
              </a:defRPr>
            </a:pPr>
            <a:r>
              <a:t>17/17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DABF7"/>
                </a:solidFill>
              </a:defRPr>
            </a:pPr>
            <a:r>
              <a:t>Slide 17</a:t>
            </a:r>
          </a:p>
          <a:p>
            <a:r>
              <a:t>(To be designed)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